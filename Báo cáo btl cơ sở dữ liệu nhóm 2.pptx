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9" r:id="rId2"/>
    <p:sldId id="256" r:id="rId3"/>
    <p:sldId id="260" r:id="rId4"/>
    <p:sldId id="261" r:id="rId5"/>
    <p:sldId id="262" r:id="rId6"/>
    <p:sldId id="263" r:id="rId7"/>
    <p:sldId id="264" r:id="rId8"/>
    <p:sldId id="266" r:id="rId9"/>
    <p:sldId id="265" r:id="rId10"/>
    <p:sldId id="267" r:id="rId11"/>
    <p:sldId id="270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4DDC2-D9DE-4C37-BF04-BDA49EBC431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95CD6-F6D0-4086-8E1F-1874AB83D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28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30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Chuẩn</a:t>
            </a:r>
            <a:r>
              <a:rPr lang="en-US" dirty="0"/>
              <a:t> 1: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ở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.</a:t>
            </a:r>
          </a:p>
          <a:p>
            <a:r>
              <a:rPr lang="en-US" dirty="0" err="1"/>
              <a:t>Chuẩn</a:t>
            </a:r>
            <a:r>
              <a:rPr lang="en-US" dirty="0"/>
              <a:t> 2: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.</a:t>
            </a:r>
          </a:p>
          <a:p>
            <a:r>
              <a:rPr lang="en-US" dirty="0" err="1"/>
              <a:t>Chuẩn</a:t>
            </a:r>
            <a:r>
              <a:rPr lang="en-US" dirty="0"/>
              <a:t> 3: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bắc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; </a:t>
            </a:r>
            <a:r>
              <a:rPr lang="en-US" dirty="0" err="1"/>
              <a:t>mọi</a:t>
            </a:r>
            <a:r>
              <a:rPr lang="en-US" dirty="0"/>
              <a:t> X -&gt; A </a:t>
            </a:r>
            <a:r>
              <a:rPr lang="en-US" dirty="0" err="1"/>
              <a:t>thì</a:t>
            </a:r>
            <a:r>
              <a:rPr lang="en-US" dirty="0"/>
              <a:t> X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siêu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.</a:t>
            </a:r>
          </a:p>
          <a:p>
            <a:r>
              <a:rPr lang="en-US" dirty="0" err="1"/>
              <a:t>Chuẩn</a:t>
            </a:r>
            <a:r>
              <a:rPr lang="en-US" dirty="0"/>
              <a:t> BCNF: </a:t>
            </a:r>
            <a:r>
              <a:rPr lang="en-US" dirty="0" err="1"/>
              <a:t>mọi</a:t>
            </a:r>
            <a:r>
              <a:rPr lang="en-US" dirty="0"/>
              <a:t> X -&gt; A </a:t>
            </a:r>
            <a:r>
              <a:rPr lang="en-US" dirty="0" err="1"/>
              <a:t>thì</a:t>
            </a:r>
            <a:r>
              <a:rPr lang="en-US" dirty="0"/>
              <a:t> X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siêu</a:t>
            </a:r>
            <a:r>
              <a:rPr lang="en-US" dirty="0"/>
              <a:t> </a:t>
            </a:r>
            <a:r>
              <a:rPr lang="en-US" dirty="0" err="1"/>
              <a:t>khóa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74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B78A-71D0-178B-B759-65EC244A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F5208-A87A-5252-900B-CC8A006B8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C3A90-67AB-52AE-CCFB-E1B9B90F0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EAAFB-1224-39A0-6AAC-155278BA9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39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075AE-93AE-2D2D-25E2-2305A364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B7FF9-546B-2A49-C465-E0A45D190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B8D23-D46C-B046-8CA8-69E392809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7CB29-B5C3-B0F7-A5E3-E0D6CEDC2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77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6D7E-9EE7-891C-DCC6-C90F12DE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BF912-A17F-4F54-7A4D-C01BD8D28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97FFF-80C6-8975-1107-C86D2150B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BA52C-6CC0-8739-F1E0-296333A83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59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8C5B-FE25-7B04-6F55-75B10B597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4AB4E-6896-0F7D-FFAE-DD4ACE5EA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8CD98-87B4-399A-496C-3B4244208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759B2-D935-AB92-DE80-653416B8B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28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F8C77-80F3-1C1F-FD6B-C1E8FAF95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5A878-087E-42F9-BEB6-91FCD47C4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E51F9-E922-DD08-C9FC-A3DBF0466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607CA-BD65-359D-47F2-C99B9F2D1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44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34A0F-A036-806F-D738-684B07F7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8B2F4-FC59-236F-D954-2736D2AA8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C999D-322D-94A3-CD72-D5FE41E76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36300-27C1-3460-4ABC-466D0270E8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87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F2F4-E9A7-44D7-DC55-68E63BA5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B391C-379B-EB45-47B9-315BBA195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4ADCA-AB26-88D4-EC81-A48264378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68F02-6E0C-71B8-347B-434F4CF1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5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0C242-48EB-1DA4-BC86-839C7ECAB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CDFD9-EBC9-8A7E-DE49-BCCC13B00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8F3DC-953C-46B6-22F6-5B490954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F4B38-F1CE-6DB0-8BF1-6CA5E483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3C38B-887A-84E6-A1EB-53BE9B2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5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5E00-E684-56FE-1634-DC8107F5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E417-A620-9448-7723-3DD6A17E4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FF81C-D1D5-8AFF-A473-5EC9DA88D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30531-34F5-2447-E89B-73DC26BE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57722-128A-C565-F2F2-D546E6BC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6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F03E-F3AB-87E5-B989-6316B6DE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4AB2B-4429-2D04-FA0B-C27ABC465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C504E-3708-E3D4-98D4-D921E63E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815CE-9979-3F5D-1A92-07820388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8F8C6-5581-833B-ED1D-9EAEBC2B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16E1-1700-D13F-DB0F-959BCA7FA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39EFA-B945-A0CD-12D3-FC106ECB3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64A61-FC34-1372-4160-6627607EE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9EEB7-02B1-9E88-D398-7BF23C5B4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C1210-F16E-41E9-6E34-4093BBAA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9F70B-A32B-AE56-4835-52B6898C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79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4375-69A2-19CE-B11E-A799AAD2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24AAB-A27E-F52B-19BA-8BF6F7C8A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1B42E-6FF5-2DCE-7D15-22441C2C8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6973C-18D5-42ED-A9EA-27C595134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ACFA8-135F-7BD8-0F37-B4AF84183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DFEA3-46D9-57F5-7321-E7B939E8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2137F-7DF6-AFB1-549E-148BDCB0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D5C45-BC43-B60A-6866-B46C5E18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6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57D6-6134-59F9-15CF-FAE73C4D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65C970-F2AB-6A91-99EB-F5C813FD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A7E522-3554-E9E7-8F19-D3117F82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032DD-5F8E-274B-0BCA-37F8D82B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0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AEB9A-DB35-9789-523F-DB882D7D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6743B-972B-FC20-73A6-19171EA1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CAA30-815B-8C30-D0A3-99F521DD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3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DCA3-F17E-B901-175B-358A8728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1851-60F1-CC3D-9305-157D8D47F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76ACB-4B96-E8D3-1DF9-C7A7F866B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C2E81-5CBF-BA3B-EEDD-42F099F11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0D156-8886-8EB9-8D7F-1A175D73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57673-F8A7-072C-4D1D-883EA13A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3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38CD-5AF3-03C7-23A3-30547586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46E42-2504-34DB-9C81-0BEC176D60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09091-73CB-26A9-561C-771B6528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5E1F0-86F6-38C4-015E-BF135DD04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2F6C7-D962-4C28-305B-688098BF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F433E-1366-B265-853D-08FED8B2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1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C106F-5EEB-BDF6-D63E-07CC1499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C0CB8-04CF-6AF4-A846-8BEFF72A7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5205D-CF37-9D8B-97FB-54EC09A4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624A6-1A30-8D1C-F5C3-B8122258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EE77-45FB-5233-385C-C998E4F0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8AC7EC-2509-03AD-57EF-D0E8512D7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E844B-20BB-A586-64B5-0705F4F33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B59DE-1D1A-C46F-6224-608D4C31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3D5C1-49E3-CA7E-4C96-8712B101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1AB9A-37A0-1F8C-57F2-AD30670C6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5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21903-743D-972E-97AF-42015839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9E519-680E-7763-D74B-3DEE0F870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FED17-F6E7-CA58-9321-A18635E47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C257D-B54E-46A1-A52C-E69EC72685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619FF-A8F0-5253-C194-4E2FCFEE8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B4A8C-A25A-DD19-04A2-3C5726AEC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FA57107-EEB6-7412-FC2E-25E9051A562B}"/>
              </a:ext>
            </a:extLst>
          </p:cNvPr>
          <p:cNvSpPr/>
          <p:nvPr/>
        </p:nvSpPr>
        <p:spPr>
          <a:xfrm>
            <a:off x="-6" y="-20041"/>
            <a:ext cx="12192000" cy="10619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874E996B-A886-FEAD-02AA-A1AE32BA7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955" y="1450585"/>
            <a:ext cx="2314089" cy="1785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29757-F6C2-3754-E635-45353C4FEBBA}"/>
              </a:ext>
            </a:extLst>
          </p:cNvPr>
          <p:cNvSpPr txBox="1"/>
          <p:nvPr/>
        </p:nvSpPr>
        <p:spPr>
          <a:xfrm>
            <a:off x="2428234" y="71120"/>
            <a:ext cx="73355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Công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CA951-7602-7F30-4713-413C267BBA13}"/>
              </a:ext>
            </a:extLst>
          </p:cNvPr>
          <p:cNvSpPr txBox="1"/>
          <p:nvPr/>
        </p:nvSpPr>
        <p:spPr>
          <a:xfrm>
            <a:off x="670551" y="3870317"/>
            <a:ext cx="108508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BÀI TẬP LỚN</a:t>
            </a: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cưng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FC1978-8D20-71C4-4256-366A800407E3}"/>
              </a:ext>
            </a:extLst>
          </p:cNvPr>
          <p:cNvCxnSpPr>
            <a:cxnSpLocks/>
          </p:cNvCxnSpPr>
          <p:nvPr/>
        </p:nvCxnSpPr>
        <p:spPr>
          <a:xfrm>
            <a:off x="4680588" y="890846"/>
            <a:ext cx="28308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81AC5DD-981E-4612-6BC8-512ADDA6EBA1}"/>
              </a:ext>
            </a:extLst>
          </p:cNvPr>
          <p:cNvSpPr/>
          <p:nvPr/>
        </p:nvSpPr>
        <p:spPr>
          <a:xfrm>
            <a:off x="0" y="5967154"/>
            <a:ext cx="12192000" cy="8197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AE5C9F-DEA2-CEF1-6911-71F15412A777}"/>
              </a:ext>
            </a:extLst>
          </p:cNvPr>
          <p:cNvSpPr txBox="1"/>
          <p:nvPr/>
        </p:nvSpPr>
        <p:spPr>
          <a:xfrm>
            <a:off x="3974181" y="6115407"/>
            <a:ext cx="4243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38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A95FA4-616B-733B-C112-A8DBFFF9A8AD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95464-4FF9-5AE9-2BE2-90BCDB40B3BF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1B843-80B9-FAF3-3AEB-488828903D55}"/>
              </a:ext>
            </a:extLst>
          </p:cNvPr>
          <p:cNvSpPr txBox="1"/>
          <p:nvPr/>
        </p:nvSpPr>
        <p:spPr>
          <a:xfrm>
            <a:off x="1127760" y="71120"/>
            <a:ext cx="440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6D75A1A8-8DA0-40BC-3614-EC0CD87A4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BDBF07-3BEB-9799-C39A-60200ED6DDFB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40649-B9E1-886B-CACB-60A76B4F78BD}"/>
              </a:ext>
            </a:extLst>
          </p:cNvPr>
          <p:cNvSpPr txBox="1"/>
          <p:nvPr/>
        </p:nvSpPr>
        <p:spPr>
          <a:xfrm>
            <a:off x="1981200" y="6026388"/>
            <a:ext cx="6217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A552E-D7C4-C8F2-5800-277AF76E24BD}"/>
              </a:ext>
            </a:extLst>
          </p:cNvPr>
          <p:cNvSpPr txBox="1"/>
          <p:nvPr/>
        </p:nvSpPr>
        <p:spPr>
          <a:xfrm>
            <a:off x="1791970" y="2478353"/>
            <a:ext cx="32061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Trương Minh Sơn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Bùi Hồng Phong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Đào Khánh Duy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Phạm Minh Quân</a:t>
            </a: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Trung Kiên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1E7B04-4272-655B-BD2D-105F921B7F43}"/>
              </a:ext>
            </a:extLst>
          </p:cNvPr>
          <p:cNvSpPr txBox="1"/>
          <p:nvPr/>
        </p:nvSpPr>
        <p:spPr>
          <a:xfrm>
            <a:off x="6433738" y="2478353"/>
            <a:ext cx="29052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B23DCCN726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B23DCCN641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B23DCCN235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B23DCCN683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B23DCCN470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1A9552-AA52-27A1-D8D3-A22F1C2CD59F}"/>
              </a:ext>
            </a:extLst>
          </p:cNvPr>
          <p:cNvSpPr txBox="1"/>
          <p:nvPr/>
        </p:nvSpPr>
        <p:spPr>
          <a:xfrm>
            <a:off x="1817370" y="1497453"/>
            <a:ext cx="27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1C29C-75D4-F715-8480-9991C22F32C6}"/>
              </a:ext>
            </a:extLst>
          </p:cNvPr>
          <p:cNvSpPr txBox="1"/>
          <p:nvPr/>
        </p:nvSpPr>
        <p:spPr>
          <a:xfrm>
            <a:off x="6433738" y="1497453"/>
            <a:ext cx="27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2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E0281-A345-F0D6-9A0C-B23028EC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8651AB-0335-532B-E204-766E1BF43EEC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3A9272-194D-C0CF-F5F4-785755C2CE4F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5B377-5FE9-D2FE-C255-6559CA952BBC}"/>
              </a:ext>
            </a:extLst>
          </p:cNvPr>
          <p:cNvSpPr txBox="1"/>
          <p:nvPr/>
        </p:nvSpPr>
        <p:spPr>
          <a:xfrm>
            <a:off x="1127760" y="71120"/>
            <a:ext cx="440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C98AAF9E-4BC2-0E07-CA17-572871B66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5F39DF-5DE4-DBA8-B828-E960C00DBB4A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7091E-336D-9555-EF77-DD08230545D9}"/>
              </a:ext>
            </a:extLst>
          </p:cNvPr>
          <p:cNvSpPr txBox="1"/>
          <p:nvPr/>
        </p:nvSpPr>
        <p:spPr>
          <a:xfrm>
            <a:off x="1981200" y="6026388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F9875-4252-3156-D9DF-7B30379A0D55}"/>
              </a:ext>
            </a:extLst>
          </p:cNvPr>
          <p:cNvSpPr txBox="1"/>
          <p:nvPr/>
        </p:nvSpPr>
        <p:spPr>
          <a:xfrm>
            <a:off x="1285304" y="1932118"/>
            <a:ext cx="88645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Demo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48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58316-11BF-81F6-F399-094B8394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8BB7E4-3227-9CD4-172D-6452956449C7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1F7B4-DD84-2BE7-F7F1-98CCEB96DE8C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1.Yêu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61362B-1BDA-87AB-ADD8-1F886018D329}"/>
              </a:ext>
            </a:extLst>
          </p:cNvPr>
          <p:cNvSpPr txBox="1"/>
          <p:nvPr/>
        </p:nvSpPr>
        <p:spPr>
          <a:xfrm>
            <a:off x="1315784" y="1905506"/>
            <a:ext cx="88645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1.1)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(Thông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Thông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Kho: Thông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49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501C5-AA40-07F6-4F62-5EBDB916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192A6B-7157-5DB4-8C70-5ED552A38724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C95E4-732B-ED25-F5F5-37C8465A6911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1.Yêu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0C426-89F3-901A-8EA0-4E3DDEC539AB}"/>
              </a:ext>
            </a:extLst>
          </p:cNvPr>
          <p:cNvSpPr txBox="1"/>
          <p:nvPr/>
        </p:nvSpPr>
        <p:spPr>
          <a:xfrm>
            <a:off x="657892" y="2459504"/>
            <a:ext cx="109371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0).</a:t>
            </a:r>
          </a:p>
        </p:txBody>
      </p:sp>
    </p:spTree>
    <p:extLst>
      <p:ext uri="{BB962C8B-B14F-4D97-AF65-F5344CB8AC3E}">
        <p14:creationId xmlns:p14="http://schemas.microsoft.com/office/powerpoint/2010/main" val="168480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4CDA-27B9-3693-D588-6EDDDD65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5F5F9B-4673-2F19-7023-B53B6B9526CB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8FC7F-18D7-698F-53C2-7DDCA52030A3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1.Yêu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57E46-6097-10FD-822A-5FA8FCD1929D}"/>
              </a:ext>
            </a:extLst>
          </p:cNvPr>
          <p:cNvSpPr txBox="1"/>
          <p:nvPr/>
        </p:nvSpPr>
        <p:spPr>
          <a:xfrm>
            <a:off x="735394" y="1342192"/>
            <a:ext cx="1093717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Kho: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Thông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Báo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Báo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Báo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759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802A-48CA-66CF-7CF8-6544AE00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373485-5994-EFF4-0745-EF8826FBC8A7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84FB4-3118-8AED-B08A-04B2BAAF863F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1.Yêu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77A55-DE98-B0ED-DE15-DB8B6234AA7E}"/>
              </a:ext>
            </a:extLst>
          </p:cNvPr>
          <p:cNvSpPr txBox="1"/>
          <p:nvPr/>
        </p:nvSpPr>
        <p:spPr>
          <a:xfrm>
            <a:off x="735394" y="1484432"/>
            <a:ext cx="1115180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1.2)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216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69D70F-7020-784D-52CB-1A44404E8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1203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02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1EE8-5418-7842-88FD-9D902998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C180BB-EEB1-669D-613F-75985AFA794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C1173-F146-A780-9F40-9241F1B0AB06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62862-4969-CFB7-0F1D-C27EDEEF875B}"/>
              </a:ext>
            </a:extLst>
          </p:cNvPr>
          <p:cNvSpPr txBox="1"/>
          <p:nvPr/>
        </p:nvSpPr>
        <p:spPr>
          <a:xfrm>
            <a:off x="670560" y="2042160"/>
            <a:ext cx="11145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2.1)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cưng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cưng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Kho: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312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573F-10C1-0F13-E472-379938557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01BB22-D293-FB64-D43D-7CF282A59202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D569A-2421-DCB3-03AB-738DDDA29BDF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50FEA-A866-605A-D1DA-3879C61F1226}"/>
              </a:ext>
            </a:extLst>
          </p:cNvPr>
          <p:cNvSpPr txBox="1"/>
          <p:nvPr/>
        </p:nvSpPr>
        <p:spPr>
          <a:xfrm>
            <a:off x="670560" y="1889760"/>
            <a:ext cx="11145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2.2) Các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 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6992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79E53-FFBA-9587-01ED-4094932B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BF538A-3345-44C4-2D4B-084EC0C2F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360" y="0"/>
            <a:ext cx="41367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17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8DE81-32EA-EE2E-CBB4-92B9797F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BE9B15-AB0C-346F-7A32-BE77C9516ACC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0F0415-1845-93D7-0823-39DF199B91A1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5070B-F7B0-5370-B71A-8EB4642940AE}"/>
              </a:ext>
            </a:extLst>
          </p:cNvPr>
          <p:cNvSpPr txBox="1"/>
          <p:nvPr/>
        </p:nvSpPr>
        <p:spPr>
          <a:xfrm>
            <a:off x="650240" y="1544320"/>
            <a:ext cx="111455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idCustomer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name:  VARCHAR(45),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phone: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idProduct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name: VARCHAR(10),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cost: DECIMAL(10, 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origin: VARCHAR(45),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type: VARCHAR(45),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idInvoice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totalAmount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DECIMAL(10, 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date: VARCHAR(45),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idCustomer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</p:txBody>
      </p:sp>
    </p:spTree>
    <p:extLst>
      <p:ext uri="{BB962C8B-B14F-4D97-AF65-F5344CB8AC3E}">
        <p14:creationId xmlns:p14="http://schemas.microsoft.com/office/powerpoint/2010/main" val="1720083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73AA-CB1E-AE33-4772-A42D8088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D95FD1-D58D-E9C0-0703-A238B5A59CFC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69221-360E-5FBB-DF13-B534D891D822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29F57-16CE-01C6-967A-128D4C58B48E}"/>
              </a:ext>
            </a:extLst>
          </p:cNvPr>
          <p:cNvSpPr txBox="1"/>
          <p:nvPr/>
        </p:nvSpPr>
        <p:spPr>
          <a:xfrm>
            <a:off x="650240" y="1544320"/>
            <a:ext cx="1114552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idInvoice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idProduct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quantity: INT,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idWarehouse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address: VARCHAR(45),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maxCapacity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idWarehouse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idProductW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lastReceiveDate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VARCHAR(45),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quantityInStock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</p:txBody>
      </p:sp>
    </p:spTree>
    <p:extLst>
      <p:ext uri="{BB962C8B-B14F-4D97-AF65-F5344CB8AC3E}">
        <p14:creationId xmlns:p14="http://schemas.microsoft.com/office/powerpoint/2010/main" val="2648281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49B6-7394-7950-845A-2FF9CF3D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DBBCF3-CB9C-810C-294A-7DCABBA50972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6E691-E633-848D-1153-E3CFB18A90F2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7EB711-2CEB-104E-3191-C65873C62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177" y="894080"/>
            <a:ext cx="9459645" cy="43634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A0EE91-3C3F-E92D-8A8A-40B91E1F7F8C}"/>
              </a:ext>
            </a:extLst>
          </p:cNvPr>
          <p:cNvSpPr txBox="1"/>
          <p:nvPr/>
        </p:nvSpPr>
        <p:spPr>
          <a:xfrm>
            <a:off x="988827" y="4938509"/>
            <a:ext cx="10047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721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D8E27-F782-DFB5-022F-A40A6CB5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1AA3E1-226B-75EC-E474-B20CF79CB37A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791FE-A481-8C71-4813-0AB672D8DB73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5F3CF4-8B89-5E08-1530-660752EED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6177" y="1101845"/>
            <a:ext cx="9459645" cy="39478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696946-B66E-C028-A70E-731296B3E346}"/>
              </a:ext>
            </a:extLst>
          </p:cNvPr>
          <p:cNvSpPr txBox="1"/>
          <p:nvPr/>
        </p:nvSpPr>
        <p:spPr>
          <a:xfrm>
            <a:off x="1245426" y="5131930"/>
            <a:ext cx="9178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3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59596-FCEA-A31B-8C67-E2DBA7B1E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275423-C407-72CC-9915-079AF411EBB5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B00082-5AB4-7D2D-C1E8-6D43C95363CF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629C7-9908-43D3-303C-ADA18062E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4828" y="1101846"/>
            <a:ext cx="7262343" cy="32272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C4DAAC-E789-FC35-A9F6-B487DD726496}"/>
              </a:ext>
            </a:extLst>
          </p:cNvPr>
          <p:cNvSpPr txBox="1"/>
          <p:nvPr/>
        </p:nvSpPr>
        <p:spPr>
          <a:xfrm>
            <a:off x="1102596" y="4918189"/>
            <a:ext cx="10047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</a:p>
        </p:txBody>
      </p:sp>
    </p:spTree>
    <p:extLst>
      <p:ext uri="{BB962C8B-B14F-4D97-AF65-F5344CB8AC3E}">
        <p14:creationId xmlns:p14="http://schemas.microsoft.com/office/powerpoint/2010/main" val="18713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17FA-4C6E-17A1-0072-F57CE006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0AFA8B-A934-941A-D76C-E3F211383E1D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034570-822C-FEDB-3E6D-E63CD08EA53D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3C7330-F01D-25D7-3765-109125484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937" y="1868616"/>
            <a:ext cx="8266125" cy="2414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8ED5C-58A1-8483-9790-1A576AF76686}"/>
              </a:ext>
            </a:extLst>
          </p:cNvPr>
          <p:cNvSpPr txBox="1"/>
          <p:nvPr/>
        </p:nvSpPr>
        <p:spPr>
          <a:xfrm>
            <a:off x="988827" y="4908029"/>
            <a:ext cx="10047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5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6F6BF-CE31-8816-B168-69782039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6C0A0F-F225-037F-1D3C-F6F7304A0E64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92F2B-E56F-D386-6F9A-378DB8074EDA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A1C89-4B79-4BD2-350C-E09334E03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0616" y="1868616"/>
            <a:ext cx="7590767" cy="2414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B2F8F0-84C7-10D2-DC9E-B892B1772A07}"/>
              </a:ext>
            </a:extLst>
          </p:cNvPr>
          <p:cNvSpPr txBox="1"/>
          <p:nvPr/>
        </p:nvSpPr>
        <p:spPr>
          <a:xfrm>
            <a:off x="988827" y="4908029"/>
            <a:ext cx="10047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900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44300-59FF-D919-616D-E8EC1AC07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CBA4D9-BD79-4AB0-F88D-8456456DB0D8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3786A1-119D-E6ED-96C5-460FA4E89F1C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B56292-E7B7-65E9-240E-070A86513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597" y="1868616"/>
            <a:ext cx="5248805" cy="2414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FFEAB-94FD-F5FA-51A1-B9F580AB137D}"/>
              </a:ext>
            </a:extLst>
          </p:cNvPr>
          <p:cNvSpPr txBox="1"/>
          <p:nvPr/>
        </p:nvSpPr>
        <p:spPr>
          <a:xfrm>
            <a:off x="988827" y="4908029"/>
            <a:ext cx="10047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063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4CD36-B9BE-CAFC-0BE4-323BEABE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DDF4FE-A3E5-5998-B3EF-0D2BAAFC4781}"/>
              </a:ext>
            </a:extLst>
          </p:cNvPr>
          <p:cNvSpPr txBox="1"/>
          <p:nvPr/>
        </p:nvSpPr>
        <p:spPr>
          <a:xfrm>
            <a:off x="4064000" y="2364452"/>
            <a:ext cx="40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Demo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A577D9-C05E-4272-D4FD-6BFB6A8B1EF2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2B097FA7-FB78-52E6-B885-9167D316D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380CD9-C438-C392-02CF-372969BF9078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2840F-34D5-D94C-127B-122A7A774CA2}"/>
              </a:ext>
            </a:extLst>
          </p:cNvPr>
          <p:cNvSpPr txBox="1"/>
          <p:nvPr/>
        </p:nvSpPr>
        <p:spPr>
          <a:xfrm>
            <a:off x="1981200" y="6026388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529706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67EBC-DDB3-EA88-6610-5BB28DE1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F86A18-60AF-0FC8-40AD-A35D1261C937}"/>
              </a:ext>
            </a:extLst>
          </p:cNvPr>
          <p:cNvSpPr txBox="1"/>
          <p:nvPr/>
        </p:nvSpPr>
        <p:spPr>
          <a:xfrm>
            <a:off x="2809240" y="2293332"/>
            <a:ext cx="6573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D8B510-3887-5A16-F037-3DF61F5F9E8D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03CA0CEA-743E-2584-DA14-4BAB4A682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EFB30C-E8E4-4681-3FC1-A2D2B8C3F8AB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ECA1E-EC59-1ED1-32D4-AC82B788A0F7}"/>
              </a:ext>
            </a:extLst>
          </p:cNvPr>
          <p:cNvSpPr txBox="1"/>
          <p:nvPr/>
        </p:nvSpPr>
        <p:spPr>
          <a:xfrm>
            <a:off x="1981200" y="6026388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293345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1889</Words>
  <Application>Microsoft Office PowerPoint</Application>
  <PresentationFormat>Widescreen</PresentationFormat>
  <Paragraphs>140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Trương Sơn</dc:creator>
  <cp:lastModifiedBy>Trương Sơn</cp:lastModifiedBy>
  <cp:revision>25</cp:revision>
  <dcterms:created xsi:type="dcterms:W3CDTF">2025-11-15T03:20:30Z</dcterms:created>
  <dcterms:modified xsi:type="dcterms:W3CDTF">2025-11-16T00:51:33Z</dcterms:modified>
</cp:coreProperties>
</file>